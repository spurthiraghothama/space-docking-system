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+Q2yY2BJuKhh7SoV9MsOfcu1O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7f5eb94cefdc6d7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7f5eb94cefdc6d7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7f5eb94cefdc6d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7f5eb94cefdc6d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f5eb94cefdc6d7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7f5eb94cefdc6d7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f5eb94cefdc6d7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7f5eb94cefdc6d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7f5eb94cefdc6d7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7f5eb94cefdc6d7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7f5eb94cefdc6d7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7f5eb94cefdc6d7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f5eb94cefdc6d7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f5eb94cefdc6d7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f2628c59fda9a70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4f2628c59fda9a70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7f5eb94cefdc6d7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7f5eb94cefdc6d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7f5eb94cefdc6d7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7f5eb94cefdc6d7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9745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UI Wireframe Docking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f5eb94cefdc6d74_0_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/>
              <a:t>VDE Window</a:t>
            </a:r>
            <a:endParaRPr sz="1500"/>
          </a:p>
        </p:txBody>
      </p:sp>
      <p:sp>
        <p:nvSpPr>
          <p:cNvPr id="60" name="Google Shape;60;h7f5eb94cefdc6d74_0_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Shows the physical test rig live in 3D while the test runs: the base, the six Stewart legs, the moving platform carrying the Chaser docking mechanism, and the overhead platform carrying the Target.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Each frame (B_sp, P_sp, O_sp) is drawn as red, green and blue axes, and the view can be rotated, panned and zoomed with the mouse.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Below the view, 6 graphs plot any chosen value against time, and each graph can be popped out to full size.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toolbar has Record Video, Export Data, Open Analysis and Replay.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7" name="Google Shape;6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f5eb94cefdc6d74_0_21"/>
          <p:cNvSpPr txBox="1"/>
          <p:nvPr/>
        </p:nvSpPr>
        <p:spPr>
          <a:xfrm>
            <a:off x="2804025" y="333475"/>
            <a:ext cx="5984400" cy="3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VDE Control Panel</a:t>
            </a:r>
            <a:br>
              <a:rPr b="1" lang="en-GB" sz="1100">
                <a:solidFill>
                  <a:schemeClr val="dk1"/>
                </a:solidFill>
              </a:rPr>
            </a:b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 read-only panel beside the view that shows the live VDE values; the operator can see them but not change them.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It shows the moving platform’s position (mm), linear rate (mm/s), orientation as roll, pitch and yaw (°), and orientation rate (°/s), all measured from the base.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It also shows the forces (N) and torques (N·m) on the moving and overhead platforms during contact.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platform’s movement limits and the rig’s 3D model are listed at the bottom, and the panel can be popped out into its own window.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h7f5eb94cefdc6d7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40" y="0"/>
            <a:ext cx="21602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f5eb94cefdc6d74_0_72"/>
          <p:cNvSpPr txBox="1"/>
          <p:nvPr>
            <p:ph idx="1" type="body"/>
          </p:nvPr>
        </p:nvSpPr>
        <p:spPr>
          <a:xfrm>
            <a:off x="311700" y="38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Analysis Window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Opens when the operator clicks Open Analysis in the VDE window.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Shows 12 graphs at once in a 4 × 3 grid, giving a larger view for studying a test in detail.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Each graph plots any chosen value against time, picked from the dropdown at its top, and can be popped out to full size.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Close returns to the VDE window.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Initial Configuration (XML)</a:t>
            </a:r>
            <a:br>
              <a:rPr b="1"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Opens when the operator clicks Initial Config (XML) in the VDE window.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Shows the starting setup of the test, read from the config.xml file: Chaser and Target properties, orbit, NGC mode and the VDE starting state.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It’s read-only, so the operator can check the configuration but not change it.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Close returns to the VDE window.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h7f5eb94cefdc6d74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h7f5eb94cefdc6d74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6429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f5eb94cefdc6d74_0_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/>
              <a:t>Spacecraft Window</a:t>
            </a:r>
            <a:endParaRPr sz="1500"/>
          </a:p>
        </p:txBody>
      </p:sp>
      <p:sp>
        <p:nvSpPr>
          <p:cNvPr id="94" name="Google Shape;94;h7f5eb94cefdc6d74_0_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Shows the simulated Chaser and Target spacecraft live in 3D, in orbit above Earth, with their docking mechanisms facing each other.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Each spacecraft frame (B_C, D_C, D_T, B_T) is drawn as red, green and blue axes, and the view can be rotated, panned and zoomed with the mouse.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Below the view, 6 graphs plot any chosen value against time, and each graph can be popped out to full size.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toolbar has Record Video and Export Data.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1" name="Google Shape;10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f5eb94cefdc6d74_0_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/>
              <a:t>Spacecraft Control Panel</a:t>
            </a:r>
            <a:endParaRPr sz="1500"/>
          </a:p>
        </p:txBody>
      </p:sp>
      <p:sp>
        <p:nvSpPr>
          <p:cNvPr id="107" name="Google Shape;107;h7f5eb94cefdc6d74_0_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Properties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A read-only panel beside the view that shows the live spacecraft values; the operator can see them but not change them.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A Chaser / Target switch at the top chooses which spacecraft’s values are shown, along with the frame they’re measured in.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Properties tab shows the mass (kg), centre of gravity (m) and 3×3 inertia matrix (kg·m²), which describes how hard the spacecraft is to rotate.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 also shows the linear rate (m/s) and orientation rate (°/s), and the panel can be popped out into its own window.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Orbit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Shows where the selected spacecraft is in orbit, measured from Earth’s centre (ECI frame).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Position (km) and velocity (km/h) give where it is and how fast it’s moving in x, y and z.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Orientation (°) and orientation rate (°/s) give how it’s pointed (roll, pitch, yaw) and how fast it’s turning.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NGC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Shows the inputs from the Navigation, Guidance and Control system.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 lists the active NGC mode and the failure case being simulated.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force (N) and torque (N·m) applied to the Chaser and to the Target are shown, each in its own body frame.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 also shows whether small natural disturbances, such as drag, are switched 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h4f2628c59fda9a70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038" y="0"/>
            <a:ext cx="25717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h4f2628c59fda9a70_3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150" y="0"/>
            <a:ext cx="25717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h4f2628c59fda9a70_3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925" y="33488"/>
            <a:ext cx="2419349" cy="5076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f5eb94cefdc6d74_0_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/>
              <a:t>Replay Dialog</a:t>
            </a:r>
            <a:endParaRPr sz="1500"/>
          </a:p>
        </p:txBody>
      </p:sp>
      <p:sp>
        <p:nvSpPr>
          <p:cNvPr id="120" name="Google Shape;120;h7f5eb94cefdc6d74_0_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Opens when the operator clicks Replay.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Step 1 chooses where to replay: the VDE View, the Spacecraft View, or both.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Step 2 picks the saved CSV file of a past run, the same file Export Data creates.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h7f5eb94cefdc6d74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05" y="0"/>
            <a:ext cx="826633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